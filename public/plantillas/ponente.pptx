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3" r:id="rId4"/>
    <p:sldId id="261" r:id="rId5"/>
    <p:sldId id="258" r:id="rId6"/>
    <p:sldId id="264" r:id="rId7"/>
    <p:sldId id="265" r:id="rId8"/>
    <p:sldId id="266" r:id="rId9"/>
    <p:sldId id="267" r:id="rId10"/>
    <p:sldId id="262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9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69567-A396-4B0D-86C3-CBDFC27B8926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76B9D-B3EE-4D70-94DB-F87C44FF110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656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3054E-6484-28C9-099B-38E2DFFA8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F954FC-ED42-671F-1A47-C71290A4A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954169-73AF-1489-C389-3D0BB243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A9ECC3-ED2A-DB6A-2C20-157AC827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82C384-6373-2BF4-05DF-512DCBF4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3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9A2DE-269F-A5B2-FAE7-642C94E5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8DA95-7F42-F229-79DA-33097298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D0CDF1-8DC4-58B4-52AB-2F735755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66E40-EFD9-45B1-6DC3-176DB814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BE5AAC-C75A-2A35-742A-87DBE51C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527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F5205-EECA-3999-119D-3FE3FE3E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F13511-EAF5-FD1E-7106-493C8B136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B0CF8-4E6F-DA6A-0AC3-99158336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C9C34A-7BC1-CC13-DA82-E7C3E0E3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4B51AB-BCF2-2D46-3DC2-291124F8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05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0D8E0-723E-6A54-6DA2-DDD42B29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495D22-AF6E-13B0-2B0D-C704F01BE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C450B3-9F1F-AAD1-5954-739CC5C0C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EC6926-47E6-8ACD-25B8-760C18EE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F63497-9322-D5C7-788A-1C088216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A69477-A445-D278-6EF4-5041EAF3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79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94D9B-EB18-6F89-36AA-7184AAFFE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F385E5-03D1-F52B-0D2E-367B1588D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84E127-5E41-698D-08DA-5A387B141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691333-C8A1-86E9-9A4C-0349BDCFE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AFACC9-2547-F681-3C3B-EC63C7D46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C5D8A8-A2E6-A61E-711C-7DCF646E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EFF9CA-1803-73DA-1C45-22DBF421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C4BD71-5419-EB55-2DF0-52FE0E0A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1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C0961-F5D6-65B3-8B67-0AB2F352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46C33A-AC5A-949C-DB15-DDA42C9B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BDD331-834A-4F87-D29D-7E574B9A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C8125E-C943-2326-029C-BB1C977A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392727-9927-928D-D2D0-FED9D772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0115D6-206B-F087-55F1-6D0E8BEE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229541-9982-996A-27AC-27F22EE5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528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22192-159C-DA2F-D26A-5E691CDE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0BFD27-5C05-B461-0ABD-A3A30D9E4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CCAC36-0C99-12FD-4FFB-955ABAB4D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051C85-8803-501C-5987-3062D9D9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8E7831-089C-635D-B96A-266C4D91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1921EA-9E5E-7942-934A-E47844A7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57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35432-B697-076C-F5E6-C034485D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EB2211-DA67-AB03-658C-50A8EDB04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27892E-8E42-506D-8197-64395B488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10C735-3EEE-EFB1-9DA9-4232214A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59FF52-F2E7-6344-E54D-DCC8C3BE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52B6EF-577A-5EDD-325E-D700A23A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0541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9A5E9-5258-01FC-3CCD-02143155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86C0D2-C0F7-89CA-8FCE-9FF343FDD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50CD30-93D0-4AB3-EC56-421398E4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F67E63-FD91-170C-7C5E-28D87847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7C772F-B1AA-A6A9-A3E3-B3FD938B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190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162D37-16F4-FF53-A3F2-CAE250E91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A6ED91-3F57-C587-D341-CC2816F92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71E9A2-5E8E-77E5-4B95-CADA79F3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943C82-FC96-BBC8-0E33-0B67CF45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58DD45-B707-C7D2-AD05-D6B4EEE1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489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6123B-4A72-2472-D7FF-720F511F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7AF24B-29BE-64C2-C7F6-76BB49C8B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17DE4E-FB12-DEFE-DDD2-D4651F0AF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1458E-6AF5-4D95-9747-F976F56F23F9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D5D3B-F167-98A7-AC5B-9358929C3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0D4620-4C91-3CCD-7836-191175E3D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4101D-6FFC-420B-BE74-9B9F886E48C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777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08B87-7FA7-F724-6823-1D9451F99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CE9C95-CE0C-6462-61D4-EEEEF135E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 descr="Imagen de la pantalla de un videojuego&#10;&#10;AI-generated content may be incorrect.">
            <a:extLst>
              <a:ext uri="{FF2B5EF4-FFF2-40B4-BE49-F238E27FC236}">
                <a16:creationId xmlns:a16="http://schemas.microsoft.com/office/drawing/2014/main" id="{CD5FB225-0665-E2B0-66BC-D60CEA0C3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6" y="-22137"/>
            <a:ext cx="12327156" cy="691094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FCE24B5-968A-564D-57B9-D2897F2C3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0" y="496527"/>
            <a:ext cx="2812493" cy="553084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612ABEB-AC5F-D427-214B-33442309E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749" y="485887"/>
            <a:ext cx="3705725" cy="13222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1F7423D-9CE5-1A27-D006-0AED866460CB}"/>
              </a:ext>
            </a:extLst>
          </p:cNvPr>
          <p:cNvSpPr txBox="1"/>
          <p:nvPr/>
        </p:nvSpPr>
        <p:spPr>
          <a:xfrm>
            <a:off x="1197142" y="2316163"/>
            <a:ext cx="800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rgbClr val="FCC938"/>
                </a:solidFill>
                <a:latin typeface="Montserrat ExtraBold" panose="00000900000000000000" pitchFamily="2" charset="0"/>
              </a:rPr>
              <a:t>TÍTULO DE PONENCIA </a:t>
            </a:r>
            <a:endParaRPr lang="es-PE" sz="5400" dirty="0">
              <a:solidFill>
                <a:srgbClr val="FCC938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B5D62D-EC54-C3FE-D2CB-567AEE557677}"/>
              </a:ext>
            </a:extLst>
          </p:cNvPr>
          <p:cNvSpPr txBox="1"/>
          <p:nvPr/>
        </p:nvSpPr>
        <p:spPr>
          <a:xfrm>
            <a:off x="1890963" y="4173161"/>
            <a:ext cx="511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NOMBRE DE PONENTE</a:t>
            </a:r>
            <a:endParaRPr lang="es-PE" sz="2000" dirty="0">
              <a:solidFill>
                <a:schemeClr val="bg1"/>
              </a:solidFill>
              <a:latin typeface="Avenir Heavy" panose="020B0703020203020204" pitchFamily="34" charset="-78"/>
              <a:cs typeface="Avenir Heavy" panose="020B0703020203020204" pitchFamily="34" charset="-78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FA8859-D5BF-02E9-C72E-A109469EADAF}"/>
              </a:ext>
            </a:extLst>
          </p:cNvPr>
          <p:cNvSpPr txBox="1"/>
          <p:nvPr/>
        </p:nvSpPr>
        <p:spPr>
          <a:xfrm>
            <a:off x="1730943" y="5360472"/>
            <a:ext cx="5117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Titulos</a:t>
            </a:r>
            <a: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 : Monserrat </a:t>
            </a:r>
            <a:r>
              <a:rPr lang="es-ES" dirty="0" err="1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Extrabold</a:t>
            </a:r>
            <a: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 55pt</a:t>
            </a:r>
            <a:b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</a:br>
            <a:r>
              <a:rPr lang="es-ES" dirty="0" err="1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Subtitulos</a:t>
            </a:r>
            <a: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: Avenir Medium 20pt </a:t>
            </a:r>
            <a:endParaRPr lang="es-PE" dirty="0">
              <a:solidFill>
                <a:schemeClr val="bg1"/>
              </a:solidFill>
              <a:latin typeface="Avenir Heavy" panose="020B0703020203020204" pitchFamily="34" charset="-78"/>
              <a:cs typeface="Avenir Heavy" panose="020B0703020203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5589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Pantalla de computadora con fondo negro&#10;&#10;AI-generated content may be incorrect.">
            <a:extLst>
              <a:ext uri="{FF2B5EF4-FFF2-40B4-BE49-F238E27FC236}">
                <a16:creationId xmlns:a16="http://schemas.microsoft.com/office/drawing/2014/main" id="{AB190F6D-54A8-2D7E-E2EF-07EE5AEAD4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98" y="-45720"/>
            <a:ext cx="12429233" cy="69951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59DFEE-CB41-E680-8C1E-8918ADA0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284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rgbClr val="FCC938"/>
                </a:solidFill>
                <a:latin typeface="Montserrat ExtraBold" panose="00000900000000000000" pitchFamily="2" charset="0"/>
              </a:rPr>
              <a:t>Título de diapositiva</a:t>
            </a:r>
            <a:endParaRPr lang="es-PE" dirty="0">
              <a:solidFill>
                <a:srgbClr val="FCC938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013D-8854-5191-B1D9-B9D6F825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041"/>
            <a:ext cx="10515600" cy="3890759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Avenir LT Pro 65 Medium" panose="020B0603020203020204" pitchFamily="34" charset="0"/>
              </a:rPr>
              <a:t>Texto de diapositiva</a:t>
            </a:r>
            <a:endParaRPr lang="es-PE" dirty="0">
              <a:solidFill>
                <a:schemeClr val="bg1"/>
              </a:solidFill>
              <a:latin typeface="Avenir LT Pro 65 Medium" panose="020B06030202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45AC165-22F5-F95C-D9AA-31E39A05EC9D}"/>
              </a:ext>
            </a:extLst>
          </p:cNvPr>
          <p:cNvSpPr txBox="1"/>
          <p:nvPr/>
        </p:nvSpPr>
        <p:spPr>
          <a:xfrm>
            <a:off x="1730943" y="5360472"/>
            <a:ext cx="5117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Titulos</a:t>
            </a:r>
            <a: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 : Monserrat </a:t>
            </a:r>
            <a:r>
              <a:rPr lang="es-ES" dirty="0" err="1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Extrabold</a:t>
            </a:r>
            <a: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 44pt</a:t>
            </a:r>
            <a:b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</a:br>
            <a:r>
              <a:rPr lang="es-ES" dirty="0" err="1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Subtitulos</a:t>
            </a:r>
            <a:r>
              <a:rPr lang="es-ES" dirty="0">
                <a:solidFill>
                  <a:schemeClr val="bg1"/>
                </a:solidFill>
                <a:latin typeface="Avenir Heavy" panose="020B0703020203020204" pitchFamily="34" charset="-78"/>
                <a:cs typeface="Avenir Heavy" panose="020B0703020203020204" pitchFamily="34" charset="-78"/>
              </a:rPr>
              <a:t>: Avenir Medium 28pt </a:t>
            </a:r>
            <a:endParaRPr lang="es-PE" dirty="0">
              <a:solidFill>
                <a:schemeClr val="bg1"/>
              </a:solidFill>
              <a:latin typeface="Avenir Heavy" panose="020B0703020203020204" pitchFamily="34" charset="-78"/>
              <a:cs typeface="Avenir Heavy" panose="020B0703020203020204" pitchFamily="34" charset="-78"/>
            </a:endParaRP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14FF0D17-4E52-DF4F-206B-FA8032FCA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7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0051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que contiene oscuro, noche, monitor, computadora&#10;&#10;AI-generated content may be incorrect.">
            <a:extLst>
              <a:ext uri="{FF2B5EF4-FFF2-40B4-BE49-F238E27FC236}">
                <a16:creationId xmlns:a16="http://schemas.microsoft.com/office/drawing/2014/main" id="{A8E84B57-6CB1-79C4-4F57-7833FE4DC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26" b="-121"/>
          <a:stretch/>
        </p:blipFill>
        <p:spPr>
          <a:xfrm>
            <a:off x="-166380" y="-144780"/>
            <a:ext cx="12438791" cy="7053217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612ABEB-AC5F-D427-214B-33442309E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021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5080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fondo negro&#10;&#10;AI-generated content may be incorrect.">
            <a:extLst>
              <a:ext uri="{FF2B5EF4-FFF2-40B4-BE49-F238E27FC236}">
                <a16:creationId xmlns:a16="http://schemas.microsoft.com/office/drawing/2014/main" id="{09C701E8-8655-870A-2EDB-810018843D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98" y="-45720"/>
            <a:ext cx="12429233" cy="69951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59DFEE-CB41-E680-8C1E-8918ADA0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284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rgbClr val="FCC938"/>
                </a:solidFill>
                <a:latin typeface="Montserrat ExtraBold" panose="00000900000000000000" pitchFamily="2" charset="0"/>
              </a:rPr>
              <a:t>Título de diapositiva</a:t>
            </a:r>
            <a:endParaRPr lang="es-PE" dirty="0">
              <a:solidFill>
                <a:srgbClr val="FCC938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013D-8854-5191-B1D9-B9D6F825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041"/>
            <a:ext cx="10515600" cy="3890759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Avenir LT Pro 65 Medium" panose="020B0603020203020204" pitchFamily="34" charset="0"/>
              </a:rPr>
              <a:t>Texto de diapositiva</a:t>
            </a:r>
            <a:endParaRPr lang="es-PE" dirty="0">
              <a:solidFill>
                <a:schemeClr val="bg1"/>
              </a:solidFill>
              <a:latin typeface="Avenir LT Pro 65 Medium" panose="020B0603020203020204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9A67B21-932A-CD41-B167-90A226F4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7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8589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que contiene oscuro, noche, monitor, computadora&#10;&#10;AI-generated content may be incorrect.">
            <a:extLst>
              <a:ext uri="{FF2B5EF4-FFF2-40B4-BE49-F238E27FC236}">
                <a16:creationId xmlns:a16="http://schemas.microsoft.com/office/drawing/2014/main" id="{A8E84B57-6CB1-79C4-4F57-7833FE4DC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26" b="-121"/>
          <a:stretch/>
        </p:blipFill>
        <p:spPr>
          <a:xfrm>
            <a:off x="-166380" y="-144780"/>
            <a:ext cx="12438791" cy="7053217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612ABEB-AC5F-D427-214B-33442309E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021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9484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fondo negro&#10;&#10;AI-generated content may be incorrect.">
            <a:extLst>
              <a:ext uri="{FF2B5EF4-FFF2-40B4-BE49-F238E27FC236}">
                <a16:creationId xmlns:a16="http://schemas.microsoft.com/office/drawing/2014/main" id="{09C701E8-8655-870A-2EDB-810018843D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98" y="-45720"/>
            <a:ext cx="12429233" cy="69951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59DFEE-CB41-E680-8C1E-8918ADA0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284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rgbClr val="FCC938"/>
                </a:solidFill>
                <a:latin typeface="Montserrat ExtraBold" panose="00000900000000000000" pitchFamily="2" charset="0"/>
              </a:rPr>
              <a:t>Título de diapositiva</a:t>
            </a:r>
            <a:endParaRPr lang="es-PE" dirty="0">
              <a:solidFill>
                <a:srgbClr val="FCC938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013D-8854-5191-B1D9-B9D6F825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041"/>
            <a:ext cx="10515600" cy="3890759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Avenir LT Pro 65 Medium" panose="020B0603020203020204" pitchFamily="34" charset="0"/>
              </a:rPr>
              <a:t>Texto de diapositiva</a:t>
            </a:r>
            <a:endParaRPr lang="es-PE" dirty="0">
              <a:solidFill>
                <a:schemeClr val="bg1"/>
              </a:solidFill>
              <a:latin typeface="Avenir LT Pro 65 Medium" panose="020B0603020203020204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9A67B21-932A-CD41-B167-90A226F4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7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86455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que contiene oscuro, noche, monitor, computadora&#10;&#10;AI-generated content may be incorrect.">
            <a:extLst>
              <a:ext uri="{FF2B5EF4-FFF2-40B4-BE49-F238E27FC236}">
                <a16:creationId xmlns:a16="http://schemas.microsoft.com/office/drawing/2014/main" id="{A8E84B57-6CB1-79C4-4F57-7833FE4DC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26" b="-121"/>
          <a:stretch/>
        </p:blipFill>
        <p:spPr>
          <a:xfrm>
            <a:off x="-166380" y="-144780"/>
            <a:ext cx="12438791" cy="7053217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612ABEB-AC5F-D427-214B-33442309E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021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6830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fondo negro&#10;&#10;AI-generated content may be incorrect.">
            <a:extLst>
              <a:ext uri="{FF2B5EF4-FFF2-40B4-BE49-F238E27FC236}">
                <a16:creationId xmlns:a16="http://schemas.microsoft.com/office/drawing/2014/main" id="{09C701E8-8655-870A-2EDB-810018843D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98" y="-45720"/>
            <a:ext cx="12429233" cy="69951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59DFEE-CB41-E680-8C1E-8918ADA0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284"/>
            <a:ext cx="10515600" cy="1325563"/>
          </a:xfrm>
        </p:spPr>
        <p:txBody>
          <a:bodyPr/>
          <a:lstStyle/>
          <a:p>
            <a:r>
              <a:rPr lang="es-ES" dirty="0">
                <a:solidFill>
                  <a:srgbClr val="FCC938"/>
                </a:solidFill>
                <a:latin typeface="Montserrat ExtraBold" panose="00000900000000000000" pitchFamily="2" charset="0"/>
              </a:rPr>
              <a:t>Título de diapositiva</a:t>
            </a:r>
            <a:endParaRPr lang="es-PE" dirty="0">
              <a:solidFill>
                <a:srgbClr val="FCC938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013D-8854-5191-B1D9-B9D6F825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041"/>
            <a:ext cx="10515600" cy="3890759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latin typeface="Avenir LT Pro 65 Medium" panose="020B0603020203020204" pitchFamily="34" charset="0"/>
              </a:rPr>
              <a:t>Texto de diapositiva</a:t>
            </a:r>
            <a:endParaRPr lang="es-PE" dirty="0">
              <a:solidFill>
                <a:schemeClr val="bg1"/>
              </a:solidFill>
              <a:latin typeface="Avenir LT Pro 65 Medium" panose="020B0603020203020204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9A67B21-932A-CD41-B167-90A226F4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7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1376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que contiene oscuro, noche, monitor, computadora&#10;&#10;AI-generated content may be incorrect.">
            <a:extLst>
              <a:ext uri="{FF2B5EF4-FFF2-40B4-BE49-F238E27FC236}">
                <a16:creationId xmlns:a16="http://schemas.microsoft.com/office/drawing/2014/main" id="{A8E84B57-6CB1-79C4-4F57-7833FE4DC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26" b="-121"/>
          <a:stretch/>
        </p:blipFill>
        <p:spPr>
          <a:xfrm>
            <a:off x="-166380" y="-144780"/>
            <a:ext cx="12438791" cy="7053217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612ABEB-AC5F-D427-214B-33442309E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0210" y="340272"/>
            <a:ext cx="2135604" cy="7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5939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08B87-7FA7-F724-6823-1D9451F99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CE9C95-CE0C-6462-61D4-EEEEF135E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 descr="Imagen de la pantalla de un videojuego&#10;&#10;AI-generated content may be incorrect.">
            <a:extLst>
              <a:ext uri="{FF2B5EF4-FFF2-40B4-BE49-F238E27FC236}">
                <a16:creationId xmlns:a16="http://schemas.microsoft.com/office/drawing/2014/main" id="{CD5FB225-0665-E2B0-66BC-D60CEA0C3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6" y="-22137"/>
            <a:ext cx="12327156" cy="691094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FCE24B5-968A-564D-57B9-D2897F2C3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7672" y="1527044"/>
            <a:ext cx="4515481" cy="887981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612ABEB-AC5F-D427-214B-33442309E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7672" y="2984183"/>
            <a:ext cx="4898464" cy="174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1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</Words>
  <Application>Microsoft Office PowerPoint</Application>
  <PresentationFormat>Panorámica</PresentationFormat>
  <Paragraphs>12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Heavy</vt:lpstr>
      <vt:lpstr>Avenir LT Pro 65 Medium</vt:lpstr>
      <vt:lpstr>Montserrat ExtraBold</vt:lpstr>
      <vt:lpstr>Tema de Office</vt:lpstr>
      <vt:lpstr>Presentación de PowerPoint</vt:lpstr>
      <vt:lpstr>Título de diapositiva</vt:lpstr>
      <vt:lpstr>Presentación de PowerPoint</vt:lpstr>
      <vt:lpstr>Título de diapositiva</vt:lpstr>
      <vt:lpstr>Presentación de PowerPoint</vt:lpstr>
      <vt:lpstr>Título de diapositiva</vt:lpstr>
      <vt:lpstr>Presentación de PowerPoint</vt:lpstr>
      <vt:lpstr>Título de diapositiva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</dc:creator>
  <cp:lastModifiedBy>Alumno</cp:lastModifiedBy>
  <cp:revision>2</cp:revision>
  <dcterms:created xsi:type="dcterms:W3CDTF">2026-06-01T19:58:27Z</dcterms:created>
  <dcterms:modified xsi:type="dcterms:W3CDTF">2026-06-01T20:57:09Z</dcterms:modified>
</cp:coreProperties>
</file>